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2"/>
    <p:restoredTop sz="94658"/>
  </p:normalViewPr>
  <p:slideViewPr>
    <p:cSldViewPr snapToGrid="0">
      <p:cViewPr>
        <p:scale>
          <a:sx n="104" d="100"/>
          <a:sy n="104" d="100"/>
        </p:scale>
        <p:origin x="160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1FF0C-FD6A-6D71-D564-41A3C470A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FD301-4CAC-ED4C-413C-8686EDD9B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B266C-A6B9-8BC3-1EC2-01A8D7E3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1B967-5A14-CE8D-7C0E-304D6F580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35468-3A28-915C-CE29-43413421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4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1B748-CBF5-D656-6BE8-CFD7EA228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EC46B-72BF-B8A3-7E5B-BA6C8A11C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7D2A7-8E9C-4253-E18B-0EE49876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4B85-6EC2-317A-FE06-3348A843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C57F3-9205-F062-EC7E-7FA90F6C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7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4FBD-ED0F-070F-CDFB-5E63F6D0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CA3C4-545E-9593-2E8A-BAF6A000E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5A960-EE50-0582-EA3C-D01237F2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F7365-3FFC-7BAA-84AB-C2B42C50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35F64-713E-C440-6FF1-1B9B7252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8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3132-29AA-D98C-97DB-45309F869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CB46-B6AD-4CDB-9EDB-4A788623F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D7F55-5068-218F-45E5-E33A7E5AC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D50E4-E4B0-4A04-71D3-1DE9BF50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0BB0E-90E5-E6AD-C614-AA5D49B2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0B441-07E5-D885-FD4B-F2582047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5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C617-27D3-E20A-C085-1BE8E90F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6D59E-8288-8456-5EAF-C2A534835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783F7-3521-1D86-AB34-ABB6CF4F9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A70DA-B26C-0361-0899-49B7A213B0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A5E965-6C8C-057B-0C10-18FA0A28A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AB42E-8250-6A19-76DF-58E4572BF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79C7A-6EFA-9A46-1C6C-B2370CF77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1F4C0-BFFE-08C9-42D8-E8F461473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FA24E-B340-9EB4-D0E2-4023FEC2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85C2F-CFEA-34B6-0FB1-106BE9E84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A509DD-91C1-E469-5AC0-3CAE4F453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020483-685C-2888-75D9-7D2D1316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706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F9DE8-4BF9-86B1-79E0-05FED85D9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89112-DBF6-3268-98EB-482B9B3F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BCB51-FE90-A5D9-12BE-A0CF9AA2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2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5B58-4852-28C4-C1B6-CCB5AED3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15B6D-85E4-1C71-52BC-D87CDB963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79D8E-3B25-F4E9-B64B-5E67DD8BC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21E0E-C628-448F-7404-45E77C1B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FBA81-C25F-AAE6-E1B5-8CDD9889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20157-3B56-63F4-8956-795046615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9321-3BC9-2C7B-B056-D88DE51AE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EA492-7A5C-675A-7D6A-984150BEE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A001D-45BE-CF93-0073-9BF31E7DD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E405F-C821-6614-E0B7-9C9D65C00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E99BE-CEC8-BCF9-0C81-8EC35093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6C847-0D00-DEF2-01A9-36AA2B56B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11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DC1C-CDC3-86FF-5C50-9BBE5D8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0CFD8-6DCE-BEAB-F517-C8DA10179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29B9C-F87E-0E44-146D-8E0FB21BA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48EFE-73A5-9A13-9336-9C9516DD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41FFA-5362-351F-B8C1-025E8C41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8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8EE972-88B7-1F00-0CA3-C02C06A7D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9813F-B86A-A224-5B99-53CD6019D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5083B-7A37-469D-7DB7-9D280DDE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7047A-86AE-8210-84A2-E443D875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EB04B-6E57-993F-3C9E-9933BCB4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15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326C5-D7B4-A20F-B175-0E3BDAB6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23B15-BF98-D901-E6E3-725273299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EB6F9-4EAE-A0DF-7DEC-016610DBE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2FF92-28C2-0E48-AECC-00A41D21A00F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38AD0-268D-B397-C236-C525BF67A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59AFF-5123-6BC2-006E-A04CEEB4F4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6823B5-FA3C-2D4E-99C7-2DCFC91A7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DDDD2537-130A-3F25-F32C-325CE146880E}"/>
              </a:ext>
            </a:extLst>
          </p:cNvPr>
          <p:cNvGrpSpPr/>
          <p:nvPr/>
        </p:nvGrpSpPr>
        <p:grpSpPr>
          <a:xfrm>
            <a:off x="5792522" y="678204"/>
            <a:ext cx="4812725" cy="2653346"/>
            <a:chOff x="5792522" y="678204"/>
            <a:chExt cx="4812725" cy="265334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F9C82AE-3173-2084-2740-4432B9B2A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92522" y="678204"/>
              <a:ext cx="4812133" cy="2653346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D9A951-4E9D-96B2-732B-4B4F5B1AAAA3}"/>
                </a:ext>
              </a:extLst>
            </p:cNvPr>
            <p:cNvCxnSpPr>
              <a:cxnSpLocks/>
            </p:cNvCxnSpPr>
            <p:nvPr/>
          </p:nvCxnSpPr>
          <p:spPr>
            <a:xfrm>
              <a:off x="8318892" y="1832139"/>
              <a:ext cx="1914808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CD01311-65DE-5B69-9CA9-B9D6A10D16B6}"/>
                </a:ext>
              </a:extLst>
            </p:cNvPr>
            <p:cNvSpPr txBox="1"/>
            <p:nvPr/>
          </p:nvSpPr>
          <p:spPr>
            <a:xfrm>
              <a:off x="9135036" y="1500880"/>
              <a:ext cx="6544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E3F3294-8345-1D2B-F4B7-7EAAC02A8F17}"/>
                </a:ext>
              </a:extLst>
            </p:cNvPr>
            <p:cNvSpPr txBox="1"/>
            <p:nvPr/>
          </p:nvSpPr>
          <p:spPr>
            <a:xfrm>
              <a:off x="5943601" y="2824335"/>
              <a:ext cx="1470211" cy="338554"/>
            </a:xfrm>
            <a:prstGeom prst="rect">
              <a:avLst/>
            </a:prstGeom>
            <a:solidFill>
              <a:srgbClr val="F2F2F2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MODERATED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58E347-5718-7DF0-86F3-ED3C52CEC679}"/>
                </a:ext>
              </a:extLst>
            </p:cNvPr>
            <p:cNvSpPr txBox="1"/>
            <p:nvPr/>
          </p:nvSpPr>
          <p:spPr>
            <a:xfrm>
              <a:off x="9567081" y="2840975"/>
              <a:ext cx="1038166" cy="338554"/>
            </a:xfrm>
            <a:prstGeom prst="rect">
              <a:avLst/>
            </a:prstGeom>
            <a:solidFill>
              <a:srgbClr val="F2F2F2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plan view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CF15B90-64CB-FC9F-9D5C-21C49FF29B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664" r="34737"/>
          <a:stretch>
            <a:fillRect/>
          </a:stretch>
        </p:blipFill>
        <p:spPr>
          <a:xfrm>
            <a:off x="5048539" y="678204"/>
            <a:ext cx="524107" cy="2574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2A8505-DDF6-5963-EC70-F5E3A863A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4" y="678205"/>
            <a:ext cx="4945026" cy="257455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30FBAB-2911-90F6-2795-90DB48294B37}"/>
              </a:ext>
            </a:extLst>
          </p:cNvPr>
          <p:cNvCxnSpPr>
            <a:cxnSpLocks/>
          </p:cNvCxnSpPr>
          <p:nvPr/>
        </p:nvCxnSpPr>
        <p:spPr>
          <a:xfrm>
            <a:off x="2671274" y="1815291"/>
            <a:ext cx="191480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D243E18-C4A4-E007-640C-CFC95B10AC5A}"/>
              </a:ext>
            </a:extLst>
          </p:cNvPr>
          <p:cNvSpPr txBox="1"/>
          <p:nvPr/>
        </p:nvSpPr>
        <p:spPr>
          <a:xfrm>
            <a:off x="3487418" y="1476737"/>
            <a:ext cx="654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687404-7AC8-4465-1FFB-6C2789F65E9D}"/>
              </a:ext>
            </a:extLst>
          </p:cNvPr>
          <p:cNvSpPr txBox="1"/>
          <p:nvPr/>
        </p:nvSpPr>
        <p:spPr>
          <a:xfrm>
            <a:off x="287018" y="2803513"/>
            <a:ext cx="1470211" cy="338554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COLLIMATED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7821A7-8E54-69A5-D87C-B54E040AA0B8}"/>
              </a:ext>
            </a:extLst>
          </p:cNvPr>
          <p:cNvSpPr txBox="1"/>
          <p:nvPr/>
        </p:nvSpPr>
        <p:spPr>
          <a:xfrm>
            <a:off x="4370408" y="2815336"/>
            <a:ext cx="1076203" cy="338554"/>
          </a:xfrm>
          <a:prstGeom prst="rect">
            <a:avLst/>
          </a:prstGeom>
          <a:solidFill>
            <a:srgbClr val="F2F2F2">
              <a:alpha val="50196"/>
            </a:srgb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view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8A5188-86F6-C27C-584C-B0C3B2839031}"/>
              </a:ext>
            </a:extLst>
          </p:cNvPr>
          <p:cNvSpPr txBox="1"/>
          <p:nvPr/>
        </p:nvSpPr>
        <p:spPr>
          <a:xfrm>
            <a:off x="3952939" y="2131693"/>
            <a:ext cx="14993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10×10×10 cm target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D60D8304-CD3A-96BA-8801-8C760F2B5B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8372" t="41559" r="458" b="42071"/>
          <a:stretch>
            <a:fillRect/>
          </a:stretch>
        </p:blipFill>
        <p:spPr>
          <a:xfrm>
            <a:off x="4141841" y="4389844"/>
            <a:ext cx="524107" cy="39392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E96196C-0869-371E-E658-55554C7D58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898" t="42879" b="43609"/>
          <a:stretch>
            <a:fillRect/>
          </a:stretch>
        </p:blipFill>
        <p:spPr>
          <a:xfrm>
            <a:off x="4135447" y="4023606"/>
            <a:ext cx="867418" cy="393923"/>
          </a:xfrm>
          <a:prstGeom prst="rect">
            <a:avLst/>
          </a:prstGeom>
        </p:spPr>
      </p:pic>
      <p:sp>
        <p:nvSpPr>
          <p:cNvPr id="38" name="Left Brace 37">
            <a:extLst>
              <a:ext uri="{FF2B5EF4-FFF2-40B4-BE49-F238E27FC236}">
                <a16:creationId xmlns:a16="http://schemas.microsoft.com/office/drawing/2014/main" id="{A987AD3C-5418-F0E3-989C-EE4911544716}"/>
              </a:ext>
            </a:extLst>
          </p:cNvPr>
          <p:cNvSpPr/>
          <p:nvPr/>
        </p:nvSpPr>
        <p:spPr>
          <a:xfrm>
            <a:off x="3987817" y="3977604"/>
            <a:ext cx="147630" cy="806164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49D517-6F8B-FFC6-BE4A-CE4EEE9C54F4}"/>
              </a:ext>
            </a:extLst>
          </p:cNvPr>
          <p:cNvSpPr txBox="1"/>
          <p:nvPr/>
        </p:nvSpPr>
        <p:spPr>
          <a:xfrm>
            <a:off x="2521600" y="4023606"/>
            <a:ext cx="14662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20, 30 cm length also tested </a:t>
            </a:r>
          </a:p>
        </p:txBody>
      </p:sp>
    </p:spTree>
    <p:extLst>
      <p:ext uri="{BB962C8B-B14F-4D97-AF65-F5344CB8AC3E}">
        <p14:creationId xmlns:p14="http://schemas.microsoft.com/office/powerpoint/2010/main" val="184748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20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Park</dc:creator>
  <cp:lastModifiedBy>Patrick Park</cp:lastModifiedBy>
  <cp:revision>16</cp:revision>
  <dcterms:created xsi:type="dcterms:W3CDTF">2026-06-04T15:03:58Z</dcterms:created>
  <dcterms:modified xsi:type="dcterms:W3CDTF">2026-06-04T15:28:36Z</dcterms:modified>
</cp:coreProperties>
</file>